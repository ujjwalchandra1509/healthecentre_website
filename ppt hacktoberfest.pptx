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0"/>
  </p:normalViewPr>
  <p:slideViewPr>
    <p:cSldViewPr snapToGrid="0">
      <p:cViewPr varScale="1">
        <p:scale>
          <a:sx n="118" d="100"/>
          <a:sy n="118" d="100"/>
        </p:scale>
        <p:origin x="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986F-B463-A9F1-0E18-00A568887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BAE1B-2F33-7585-861B-85FA7C26E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4F7B7-6B34-58CB-0C96-4FE341670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6CD68-3DDD-6B78-182B-A8D8B60C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5A3E6-C426-4190-1B88-0AFD68B1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7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E674-9392-DFAB-DAF2-B7AC16040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3769B-BE03-259C-C489-0F439AD68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A38A4-E11B-8551-840D-C1C00CC7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DD47B-3063-052A-3503-67ADB53C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A9C87-01B9-950C-4486-179277B7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96F7-C3B1-5808-2A06-2ED759A6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1F4F9-C63D-9E3F-93E7-6D51FF9B9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2DC78-E70C-A22B-7BDA-6721D04B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CDA28-F1C6-7D3E-7A7B-179C8AB0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00DFD-B8D5-EB84-15FF-69B02285A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6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757A-2A8A-7F46-6FFA-DC76904C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0EAAB-C188-69EA-50DE-9DA6E648C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AE590-2905-A31C-17DA-CEAF3EE8F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00080-074E-2112-4981-10BA11D5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A5431-B765-305F-3D52-6C2995A1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B06F7-1D86-F026-FC90-13E4D7CE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2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3C03D-EFBC-DB94-8A79-FB72B4E5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DCA1C-78D6-3C78-4ADF-CA8A78D90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06233-FD68-66CE-4931-F3495E75F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E8FD3-8CC6-B27C-03C9-590B6A40E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7AC2A-C3ED-6272-079F-AFEF11A65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7F2CF-521D-0D59-D058-1AC0F7AE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E3E72-1C54-8C77-0512-C393DD7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B0ECD-2E08-A90A-B8E9-15D5E62C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918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0979-1286-0D8F-00DA-699722BA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1BEAE1-A5C7-5C23-5CF7-345D654F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3714B-4126-BBC0-DAD7-A265A3EF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8FA56-5549-6CAF-E09F-E891B018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5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008EB-9BAD-237D-E313-C5E40F58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97EC5A-F1FD-90BB-F74F-2221D94D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572AC-5FF2-4641-30D2-06A1F61E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0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1EAE2-A040-F2C6-C984-48388949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89AE4-900A-2558-D402-A369984CF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AEB68-B2BF-FE0A-A0AB-EEA79ACBB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80FEE-9DE9-7362-8916-3DD62E05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63BC4-2166-CD5A-2E81-DD377CC9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11C82-216B-6F26-2454-18FE339A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D45F4-8BB4-3D45-C8C7-5E8CB6E0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88586-26EC-F9F8-D6CF-48AF28EB9F4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7AFFE-5DFF-7569-FBF2-27FA049F2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8D3B0-F33D-F681-73B8-C6C71BD0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7605C-F9EA-DACB-4F6F-F2561575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8CE33-CD1A-3FCA-D4A7-6353497C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97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C2C0-B9DA-9D1E-3382-146E6C5B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02A86-FA4B-25C5-DBF2-CEFC0F837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2E5B-3871-C2D9-9826-8A7F6239E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0E99A-829D-628D-2352-08CECA3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39933-88BF-5F0F-87CD-161723D4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2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00FF3-E8B3-EF26-DE18-3EAC0EEF2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99B25-C9D6-FCBD-80F9-241D6E3BB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F0721-434F-0F9E-FCF0-B32C98CC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51350-76EE-81B8-294A-483743858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19213-4380-C544-50AF-EDF8EE8C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0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96210-7025-9C3B-2477-189AC7F7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F4108-DADC-00F5-9D21-DB6720DE5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48944-01E4-0A35-D3EB-44BEB3D13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15A93-55C8-2A49-BA17-E07671D90D27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17117-17DF-0572-890E-195F5E2A5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05C6D-FCF8-9AC7-6C1A-41DB098F2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93099-CD04-C84F-9621-3BAD6A171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8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F0E828-D395-AA57-F229-BA695AC31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28"/>
          <a:stretch>
            <a:fillRect/>
          </a:stretch>
        </p:blipFill>
        <p:spPr>
          <a:xfrm>
            <a:off x="1" y="2986"/>
            <a:ext cx="12194804" cy="685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03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B02841-5C67-28A7-936B-D8147EB8A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89" r="1681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66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93EFAD-E433-330F-CD51-87219AA339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22" r="15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4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23ADDC-CEE3-8651-A480-40D61960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61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EEB987-455E-17F7-F96D-0AB8F7574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568" y="0"/>
            <a:ext cx="123345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5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DD44BC-8889-9B70-3879-EE2A3A10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568" y="0"/>
            <a:ext cx="12477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13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E7137F-4FB6-6A6D-36C4-A903CFD4B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193" y="0"/>
            <a:ext cx="12462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Ritvik Bansal</dc:creator>
  <cp:lastModifiedBy>Ritvik Bansal</cp:lastModifiedBy>
  <cp:revision>1</cp:revision>
  <dcterms:created xsi:type="dcterms:W3CDTF">2026-10-10T10:55:17Z</dcterms:created>
  <dcterms:modified xsi:type="dcterms:W3CDTF">2026-10-10T11:06:15Z</dcterms:modified>
</cp:coreProperties>
</file>